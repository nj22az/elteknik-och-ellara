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Efter den här veckan: labbdag på varv. Inte ny labbdag i Classroom. Inte Arduino.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hållkrets-bygge. Inte tavllära omberättad. Läs schemat innan luckan.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9.1.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papper. Saknas grupp eller spänning → inte in (VG).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letar N/PE. Ingenjören kan rummet. Huvudet är inte uppdaterad dokumentation.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FSL 5 kap. 26–28 §§ (ritningar till nybygge) är inte den här kursens TS-inlämning. 1 kap. 13–14 §§ pek för senare.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Spänningstyp på ritningen = märkning från 5.1, inte ny trefaslektion.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Kursbegrepp. Mindre/gamla fartyg: enkelt enlinjeschema kan räcka (vägledning, inte skall). Parafras.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Två ritningar i Classroom. Eleven märker vilken som är vilken.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Elektrikerhålet.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Ingenjörshålet. 29 §: väsentliga ändringar spårbara. Parafras, inte lagtext.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Quizkärnan. VG-mening.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Skissen i Classroom har ett satt mått och ett tomt. Flagga det tomma.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händer. Inte m10.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 och stoppa tråden. På varvet: ta med enlinjen, peka död övningstavla mot ritning.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Facit i quizbladet.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m10- och 80005-frågor.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Efter 9.1 samma vecka. Inte ritningslära omberättad. Händer = 24 V-tränare *om varvet har den*, annars papper. Lås inte 230 för den här kretsen.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10.1.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papper. Bygga bara om 24 V-tränare finns på varvet.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tar 230 styr = 230 last. Ingenjören håller inne start. Båda är fel kedja.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Ritning innan luckan = pek 9.1 (1 kap. 27/29 §), inte omberättat. Isolation 2.1. 440 look-not-touch = v2 + pek 5.1/7.1.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Varvet väljer fortfarande 230 V-övningstavla *eller* 24 V-hållkrets till hands. Inte låst 230 här.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Håll är en slinga, inte vilja.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Quizkärnan. Hemuppgift: ringa 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av två felbilder. Inte “tryck tills den går”.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Andra felbilden. Annat fel än “håller inte”.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Elektrikerhålet. Pek 5.1/6.1, inte omberättat.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VG: 5 § även “bara för styret”.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Arduino. Inte händer hemma.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 Startknapp är inte 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Spegla Labbdag v2. Inte nytt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Facit i quizbladet.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Arduino- och 230-lås-frågor.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IBM Plex San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IBM Plex San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IBM Plex San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IBM Plex San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IBM Plex San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554480"/>
            <a:ext cx="11338560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 spc="72" cap="all">
                <a:solidFill>
                  <a:srgbClr val="111111"/>
                </a:solidFill>
                <a:latin typeface="IBM Plex Sans Medium"/>
                <a:ea typeface="IBM Plex Sans Medium"/>
              </a:rPr>
              <a:t>ELTEKNIK OCH ELLÄRA  ·  45 YH-POÄNG  ·  VECKA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965960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 och hållkrets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651760"/>
            <a:ext cx="38404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78892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Modul 9 + modul 10  ·  samma kalendervecka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200400"/>
            <a:ext cx="11338560" cy="10058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Distans. Schema innan luckan. Hållkrets på papper. Inte Arduino. Inte live 440.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663440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304" y="4663440"/>
            <a:ext cx="164592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09671" y="4663440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6495" y="4663440"/>
            <a:ext cx="164592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9.1 Ritningar, kopplingsschema, måttsättning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Elteknik och ellära · vecka 8 · distans Papper. Inte live för att gissa. Inte 440-lucka för att stämma av.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Figur 9.1</a:t>
            </a:r>
          </a:p>
        </p:txBody>
      </p:sp>
      <p:pic>
        <p:nvPicPr>
          <p:cNvPr id="22" name="Picture 21" descr="figur-9-1-ritning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863840" cy="442108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12480" y="1234440"/>
            <a:ext cx="3337560" cy="4754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Enlinje mot kretsschema. 440-motor märkt look-not-touch. Ett tomt mått — gissa inte med live-prober.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Efter den här veckan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123444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104" y="123444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Skilja enlinje från kretsschema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177292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104" y="177292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Peka huvudtavla, grupp, motor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231140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104" y="231140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En måttuppgift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284988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104" y="284988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VG: vad som saknas innan luckan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Två spår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28016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28016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444751"/>
            <a:ext cx="51206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Elektriker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1847088"/>
            <a:ext cx="5120640" cy="3200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Hitta N på enlinjen — den kanske inte finns.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444751"/>
            <a:ext cx="51206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Ingenjör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847088"/>
            <a:ext cx="5120640" cy="3200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Ritning först, durk sen.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Skall, en mening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Du ska kunna följa dokumentationen så du kan driva, underhålla och felsöka utan att gissa. Ändring utan uppdaterad ritning är inbyggt fel. Läs schemat innan luckan.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807208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TSFS 2017:26 1 kap. 27 § och 29 §. Parafras. Klistra inte lagtext. 5 kap. 5 §: gissa med live-prober är motsatsen.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den här veckan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123444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104" y="123444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m10 hållkrets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177292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104" y="177292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Live för att gissa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231140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104" y="231140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440-lucka för att stämma av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284988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104" y="284988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IEC-symbolkatalog, 80005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338836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104" y="338836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Omberättad 7.1/8.1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Enlinje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Översikt: var sitter huvudtavla, grupp, motor. Spänningstyp som märkning. 440 på ritningen = look-not-touch.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Kretsschema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Hur slingan går: brytare, last. Inte hållkrets att bygga (m10).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N kanske saknas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Skrov/IT på ritningen, inte N-skena hemma. Schemat kan “se ut som 400 TN” — 440 är ändå look-not-touch.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 först, durk sen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Luckan ägs av värd (pek 7.1). Huvudet är inte dokumentation.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live för att gissa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Saknas grupp eller spänning på ritningen → stopp. Proberna uppdaterar inte schemat.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Måttsättning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En avläsning: längd, area, eller “mått saknas”. Inte konstruktionsritning.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Fotoövningen / papper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9601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Enlinje (MSB, grupptavla, motor 440 märkt look-not-touch); kretsschema; skiss med ett mått och ett tomt.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86000"/>
            <a:ext cx="113385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286000"/>
            <a:ext cx="4572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359152"/>
            <a:ext cx="10515600" cy="12618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märk enlinje vs krets; peka huvudtavla, grupp, motor; avläs mått; flagga tomt; 440 = look-not-touch.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840480"/>
            <a:ext cx="113385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840480"/>
            <a:ext cx="64008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913632"/>
            <a:ext cx="10332720" cy="12618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vad som saknas innan luckan. Inte live för att fylla luckan.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Genomgånget fel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Ritning visar inte den nya gruppen. Ingenjör: “jag kan anläggningen.” Elektriker mäter live på MSB för att hitta motorn.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807208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Rätt kedja: läs enlinje → peka tavla/grupp/motor → saknas det, stopp → kretsschema för slingan → mått på papper → varv: peka mot ritning, inte live-wiring.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Stopp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123444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104" y="123444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Live för att gissa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177292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104" y="177292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440-lucka för att stämma av ritningen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231140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104" y="231140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“Ritning behövs inte”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284988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104" y="284988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m10 i den här uppgiften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338836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104" y="338836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80005, IEC-blad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Quiz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07008"/>
            <a:ext cx="11338560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Fyra saker: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160020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104" y="160020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Enlinje vs krets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213868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104" y="213868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live för att gissa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267716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104" y="267716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N kanske saknas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321564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104" y="321564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440 look-not-touch på ritningen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858768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Gör quizzen i Classroom den här veckan.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5772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430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i 9.1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Hållkrets-bygge. Tavllära omberättad. Verktygslåda. IEC-symbolkatalog. Inlämning till TS. Landströmsschema.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807208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LIA: peka mot ritning under handledning, en avvikelse utan att öppna 440.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10.1 Enklare styrkrets / hållkrets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Elteknik och ellära · vecka 8b · distans Papper. Inte live 440. Inte “tryck tills den går”. Inte Arduino.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Figur 10.1</a:t>
            </a:r>
          </a:p>
        </p:txBody>
      </p:sp>
      <p:pic>
        <p:nvPicPr>
          <p:cNvPr id="22" name="Picture 21" descr="figur-10-1-hallkr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863840" cy="442108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12480" y="1234440"/>
            <a:ext cx="3337560" cy="47548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111111"/>
                </a:solidFill>
                <a:latin typeface="IBM Plex Sans"/>
                <a:ea typeface="IBM Plex Sans"/>
              </a:rPr>
              <a:t>Start–håll–stopp. Håller inte mot håller fast. 24 V-styr och 440-last är två system.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Efter den här veckan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123444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104" y="123444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Peka start (NO), stopp (NC), hållkontakt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177292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104" y="177292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Peka hållslingan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231140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104" y="231140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Märk felbild: håller inte / håller fast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284988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104" y="284988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VG: varför inte felsöka live på 440-tavla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Två spår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28016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28016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444751"/>
            <a:ext cx="51206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Elektriker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1847088"/>
            <a:ext cx="5120640" cy="3200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Styr 24 V är inte last 440.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444751"/>
            <a:ext cx="512064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Ingenjör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847088"/>
            <a:ext cx="5120640" cy="32004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Schema innan startknapp.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Skall, en mening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Läs kretsen innan du trycker. Hållkrets är start, håll och stopp — inte “håll inne start”. Felsök inte styret på spänningssatt 440-tavla.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807208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TSFS 2017:26 5 kap. 5 §. Parafras. Klistra inte lagtext.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den här veckan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123444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904" y="1234440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Lås 230 som hands för *denna* krets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1623568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904" y="1623568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Omberättad 9.1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2012696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904" y="2012696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Arduino, PLC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2401824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904" y="2401824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Live 440 “för styret”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2790952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904" y="2790952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Nödstopp som nödlabb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318008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904" y="3180080"/>
            <a:ext cx="10607040" cy="48056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80005, IEC-styrtabell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Slingan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Stopp i serie (NC). Start NO. Hållkontakt parallellt med start, sluts när kontaktorn drar. Släpp start — den *håller* via håll. Stopp bryter, allt släpper.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Hållslingan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Peka den på schemat: från hållkontakten, parallellt med start, tillbaka så kontaktorn stannar dragen.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Håller inte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Hållkontakt sluter inte. Tråd loss. Startar så länge du håller inne, släpper när du släpper.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Håller 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Stopp byglad. Svetsad kontaktor. Stoppknapp gör inget.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Styr 24 V är inte last 440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Två system. Proberna blandas inte. 440-lastsida = look-not-touch. 24 V-styr = ELV-tränare om den finns.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live 440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DMM på MSB “det är ju styret”. Inte 440-tavla som felsökställe.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Papperövningen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9601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Komplett hållkretschema. Två felbilder: öppen håll / byglad stopp.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86000"/>
            <a:ext cx="113385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286000"/>
            <a:ext cx="45720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359152"/>
            <a:ext cx="10515600" cy="12618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peka start, håll, stopp; peka hållslingan; märk håller inte / håller fast; en mening: 440 är inte felsökstället.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840480"/>
            <a:ext cx="113385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840480"/>
            <a:ext cx="640080" cy="2926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913632"/>
            <a:ext cx="10332720" cy="126187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varför live 440 är 5 §-fel även för styret.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Genomgånget fel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Pump ska hålla. Ingenjör håller inne start. Elektriker går till 440-MSB med DMM.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807208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Rätt kedja: kretsschema (pek 9.1) → start/håll/stopp → felbild → 24 V skilt från 440 → inte live 440 → varv: 24 V-tränare om de har, annars papper.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Varvet, inte lås 230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Har de 24 V-kontaktortränare: bygg/prova start-håll-stopp där. Har de den inte: G redan på papper. Ingen live-wiring. Ingen 440-mätning. Ingen påhittad 230-hållkrets.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Quiz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07008"/>
            <a:ext cx="11338560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Fyra saker: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160020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104" y="160020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Hållslingan, inte inne-hållen start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213868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104" y="213868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Håller inte vs håller fast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267716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104" y="267716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live 440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3215640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104" y="3215640"/>
            <a:ext cx="10607040" cy="447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Arduino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858768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Gör quizzen i Classroom den här veckan.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430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"/>
            <a:ext cx="240030" cy="24003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662" y="182880"/>
            <a:ext cx="1234440" cy="24003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4822" y="201168"/>
            <a:ext cx="494284" cy="204469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2258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Ritningar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7688" y="182118"/>
            <a:ext cx="532384" cy="242569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6738" y="201168"/>
            <a:ext cx="494284" cy="204469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4174" y="182880"/>
            <a:ext cx="14173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Hållkrets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016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Ritningar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1126" y="6509766"/>
            <a:ext cx="461772" cy="21336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0176" y="6528816"/>
            <a:ext cx="423672" cy="175260"/>
          </a:xfrm>
          <a:prstGeom prst="rect">
            <a:avLst/>
          </a:prstGeom>
          <a:solidFill>
            <a:srgbClr val="9C5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712" y="6528816"/>
            <a:ext cx="12344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Hållkrets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6528816"/>
            <a:ext cx="205740" cy="205740"/>
          </a:xfrm>
          <a:prstGeom prst="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132" y="6528816"/>
            <a:ext cx="137160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2057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713232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i 10.1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1234440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9.1 omberättad. PLC. Arduino. 230 V som låst hands för denna krets. Nödstopp som nödlabb. IEC-styrkatalog.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807208"/>
            <a:ext cx="11338560" cy="146304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>
              <a:spcAft>
                <a:spcPts val="400"/>
              </a:spcAft>
            </a:pPr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LIA: samma schema-först under handledning, felsök från ritning inte från MSB.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teknik v3">
  <a:themeElements>
    <a:clrScheme name="Elteknik v3">
      <a:dk1>
        <a:srgbClr val="111111"/>
      </a:dk1>
      <a:lt1>
        <a:srgbClr val="FFFFFF"/>
      </a:lt1>
      <a:dk2>
        <a:srgbClr val="111111"/>
      </a:dk2>
      <a:lt2>
        <a:srgbClr val="FFFFFF"/>
      </a:lt2>
      <a:accent1>
        <a:srgbClr val="C4A35A"/>
      </a:accent1>
      <a:accent2>
        <a:srgbClr val="9C5E31"/>
      </a:accent2>
      <a:accent3>
        <a:srgbClr val="4A3B2A"/>
      </a:accent3>
      <a:accent4>
        <a:srgbClr val="6B2D5B"/>
      </a:accent4>
      <a:accent5>
        <a:srgbClr val="111111"/>
      </a:accent5>
      <a:accent6>
        <a:srgbClr val="111111"/>
      </a:accent6>
      <a:hlink>
        <a:srgbClr val="111111"/>
      </a:hlink>
      <a:folHlink>
        <a:srgbClr val="111111"/>
      </a:folHlink>
    </a:clrScheme>
    <a:fontScheme name="Office">
      <a:maj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