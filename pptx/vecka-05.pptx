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nöd, landström, EX. Den här veckan är linje mot fas och tre spänningstyper som begrepp.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isolation (2.1). Inte DC (3.1). Inte enfas-rms som lektion (4.1). Inte nöd, landström, EX. Den här veckan är linje mot fas och tre spänningstyper som begrepp.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Visa figur 5.1. Låt dem peka. Hitta inte på lagtext. Inte IP-tabell. Inte 80005.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 är papper/foto. Live 440 är inte kurslabb.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Säg raderna rakt av. Elektrikern tar nolla och PE. Ingenjören tar maskinrummet som spänning. Båda är fel kedja.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kap. 1–4 och 6–7 § (nöd, batteri, landnät) undervisas inte här.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Inga påhittade celler. Peka inte IEC. Övningen är enlinje och stängd tavla.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Namnen är kursens. Inte en spänningstabell att slå 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Quiz: L1–L2 är linje. Formeln U_L = U_f√3 är ellära på symmetrisk stjärna, inte en TSFS-paragraf. En mening räcker, inget taveltal.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Elektrikerhålet. JFB är inte bevis. Isolation = 2.1.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Ingenjörshålet. Inte startkondensator-djup. Inte tre uttag.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Labbdag v2. Värden äger luckan. Ingen live-wiring. Ingen DMM på MSB.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 händer. Inte öppna luckan på fotot.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Typfel, inte Germanica. Rms från 4.1. DC-läge ljuger på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DMM-läge från 3.1/4.1 gäller fortfarande. Inte nytt schema.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IG och stoppa tråden. På varvet: visning bakom värden, lucka stängd om värden inte öppnar och står kvar.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Facit i quizbladet. Fånga “bara lite mer än 400”.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Stoppa 80005- och IEC-frågor. Peka framåt, gå inte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4241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4D3A"/>
                </a:solidFill>
                <a:latin typeface="Calibri"/>
              </a:rPr>
              <a:t>ELTEKNIK OCH ELLÄRA  ·  45 YH-POÄNG  ·  VECKA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4000" b="1" i="0">
                <a:solidFill>
                  <a:srgbClr val="1D1D1F"/>
                </a:solidFill>
                <a:latin typeface="Calibri"/>
              </a:rPr>
              <a:t>Trefas och spänningstyper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515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6E6E73"/>
                </a:solidFill>
                <a:latin typeface="Calibri"/>
              </a:rPr>
              <a:t>Modul 5  ·  linje, fas, 24 / 230 / 400–440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160520"/>
            <a:ext cx="1371600" cy="4572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38912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D1D1F"/>
                </a:solidFill>
                <a:latin typeface="Calibri"/>
              </a:rPr>
              <a:t>Distans. Papper och foto. 440 V = look-not-touch. Inte 80005. Inte IEC-tabell.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5.1 Trefas och spänningstyper ombord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Elteknik och ellära · vecka 5 · distans Papper och foto. 440 V = look-not-touch.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Figur 5.1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ur-5-1-trefas-sp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571" y="1371600"/>
            <a:ext cx="7400376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623560"/>
            <a:ext cx="10875263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6E6E73"/>
                </a:solidFill>
                <a:latin typeface="Calibri"/>
              </a:rPr>
              <a:t>Tre ledare till motor. Linje mellan L1 och L2. Skrov är inte N. Tre begrepp: 24 V DC, 230 V enfas, 400/440 V trefas. Stängd 440-tavla: look-not-touch.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Efter den här veckan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20025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Linje vs fas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Tre ledare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Varför trefas till maskiner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Namnge 24 V DC, 230 V enfas, 400/440 V trefas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440 V-tavla: titta, inte röra, utan värdtillstånd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VG: varför inte mäta trefas som enfas-DC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Två spår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353312"/>
            <a:ext cx="5337047" cy="214884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353312"/>
            <a:ext cx="82296" cy="214884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54480"/>
            <a:ext cx="4898135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4D3A"/>
                </a:solidFill>
                <a:latin typeface="Calibri"/>
              </a:rPr>
              <a:t>Elektriker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4898135" cy="1417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0" i="0">
                <a:solidFill>
                  <a:srgbClr val="1D1D1F"/>
                </a:solidFill>
                <a:latin typeface="Calibri"/>
              </a:rPr>
              <a:t>Skrov ≠ N. </a:t>
            </a:r>
            <a:r>
              <a:rPr sz="1800" b="1" i="0">
                <a:solidFill>
                  <a:srgbClr val="1D1D1F"/>
                </a:solidFill>
                <a:latin typeface="Calibri"/>
              </a:rPr>
              <a:t>Ingenjör:</a:t>
            </a:r>
            <a:r>
              <a:rPr sz="1800" b="0" i="0">
                <a:solidFill>
                  <a:srgbClr val="1D1D1F"/>
                </a:solidFill>
                <a:latin typeface="Calibri"/>
              </a:rPr>
              <a:t> 440 V är inte ett rum, det är tre spänningar.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583" y="1353312"/>
            <a:ext cx="5337047" cy="214884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583" y="1353312"/>
            <a:ext cx="82296" cy="2148840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2615" y="1554480"/>
            <a:ext cx="4898135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4D3A"/>
                </a:solidFill>
                <a:latin typeface="Calibri"/>
              </a:rPr>
              <a:t>Ingenjör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2615" y="1920240"/>
            <a:ext cx="4898135" cy="14173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0" i="0">
                <a:solidFill>
                  <a:srgbClr val="1D1D1F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Skall, en mening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10485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Känn igen vilken spänning du står vid. Trefas är linje mellan faser, inte tre lösa enfas mot skrov. 440 V-tavla rör du inte utan att värden isolerat och gett tillstånd. Mät inte trefas som DC.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401824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TSFS 2017:26 5 kap. 5 §. Parafras. Klistra inte lagtext.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Inte den här veckan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168706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DMM på MSB / live 440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Landström, 80005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IEC-spänningstabell, IP-matris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Nöd, EX, blackout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Hållkrets, maskinkonstruktion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Tre spänningstyper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Kursens låsta begrepp, ingen IEC-matris: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51584"/>
            <a:ext cx="10875263" cy="11612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</a:t>
            </a:r>
            <a:r>
              <a:rPr sz="2000" b="1" i="0">
                <a:solidFill>
                  <a:srgbClr val="1D1D1F"/>
                </a:solidFill>
                <a:latin typeface="Calibri"/>
              </a:rPr>
              <a:t>24 V DC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— styr/håll. 3.1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</a:t>
            </a:r>
            <a:r>
              <a:rPr sz="2000" b="1" i="0">
                <a:solidFill>
                  <a:srgbClr val="1D1D1F"/>
                </a:solidFill>
                <a:latin typeface="Calibri"/>
              </a:rPr>
              <a:t>230 V enfas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— inredning, rms. 4.1. Inte lägenhetens TN bara för att talet är 230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•  </a:t>
            </a:r>
            <a:r>
              <a:rPr sz="2000" b="1" i="0">
                <a:solidFill>
                  <a:srgbClr val="1D1D1F"/>
                </a:solidFill>
                <a:latin typeface="Calibri"/>
              </a:rPr>
              <a:t>400/440 V trefas</a:t>
            </a:r>
            <a:r>
              <a:rPr sz="2000" b="0" i="0">
                <a:solidFill>
                  <a:srgbClr val="1D1D1F"/>
                </a:solidFill>
                <a:latin typeface="Calibri"/>
              </a:rPr>
              <a:t> — maskiner. Linje mellan faser. 440 på tavlan = look-not-touch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Linje vs fas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Linje = mellan två faser (L1–L2). Fas = en fas mot systemets nolla *om den finns*. Ombord saknas ofta den nolla du är van vid.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Skrov ≠ 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Skrov är inte lägenhetens nolla. Du mäter inte fas mot skrov som PE hemma.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Tre ledare till maskinen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Trefasmaskin: tre ledare räcker. Inte “tre enfas i samma rör”. Jämnare effekt; motor som begrepp, inte m6.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440 look-not-touch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Lucka stängd. Proberna i fickan. Utan värdtillstånd: titta, inte röra. 440 är inte “lite mer än 400, jag mäter”.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Fotoövningen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I Classroom: enlinje 24 / 230 / 400–440; schema tre ledare; foto 440-tavla lucka stängd.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120640"/>
            <a:ext cx="5355335" cy="1234440"/>
          </a:xfrm>
          <a:prstGeom prst="roundRect">
            <a:avLst>
              <a:gd name="adj" fmla="val 8000"/>
            </a:avLst>
          </a:prstGeom>
          <a:solidFill>
            <a:srgbClr val="EC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50810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68112"/>
            <a:ext cx="5026151" cy="795528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300" b="0" i="0">
                <a:solidFill>
                  <a:srgbClr val="1F4D3A"/>
                </a:solidFill>
                <a:latin typeface="Calibri"/>
              </a:rPr>
              <a:t>linje vs fas; tre spänningstyper; varför tre ledare; look-not-touch. </a:t>
            </a:r>
            <a:r>
              <a:rPr sz="1300" b="1" i="0">
                <a:solidFill>
                  <a:srgbClr val="1F4D3A"/>
                </a:solidFill>
                <a:latin typeface="Calibri"/>
              </a:rPr>
              <a:t>VG:</a:t>
            </a:r>
            <a:r>
              <a:rPr sz="1300" b="0" i="0">
                <a:solidFill>
                  <a:srgbClr val="1F4D3A"/>
                </a:solidFill>
                <a:latin typeface="Calibri"/>
              </a:rPr>
              <a:t> varför fas–skrov inte är nolla hemma; varför DC-läge på trefas är fel (4.1 + 5 §).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Genomgånget fel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Elektriker “kollar 440”: mäter en fas mot skrov som PE, får inte linje. Ingenjör: “tre faser, tre enfas, mät en.” DMM i DC-läge kvar från 24 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Rätt kedja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168706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1.  Namnge systemet: 24 / 230 / 400–440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2.  Linje mellan faser, inte mot skrov som nolla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3.  AC-läge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4.  440 V-tavla: titta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5.  Mätning bara på isolerad tränare/död tavla enligt 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Stopp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1687067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Prober fas–skrov som nolla hemma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Live-wiring, DMM på MSB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“Tre enfas”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Påhittad spänningstabell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Landström / 80005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Quiz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Fyra saker: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719072"/>
            <a:ext cx="10875263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L1–L2 är linje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Skrov ≠ N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440 look-not-touch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•  Inte tre enfas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145536"/>
            <a:ext cx="108752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D1D1F"/>
                </a:solidFill>
                <a:latin typeface="Calibri"/>
              </a:rPr>
              <a:t>Gör quizzen i Classroom den här veckan.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510528"/>
            <a:ext cx="10875263" cy="10972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3268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Elteknik och ellära  ·  vecka 5  ·  m5 trefas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"/>
            <a:ext cx="10875263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F4D3A"/>
                </a:solidFill>
                <a:latin typeface="Calibri"/>
              </a:rPr>
              <a:t>VECKA 5  ·  MODUL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0352"/>
            <a:ext cx="10875263" cy="7132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1D1D1F"/>
                </a:solidFill>
                <a:latin typeface="Calibri"/>
              </a:rPr>
              <a:t>Inte i 5.1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07008"/>
            <a:ext cx="1234440" cy="41148"/>
          </a:xfrm>
          <a:prstGeom prst="rect">
            <a:avLst/>
          </a:prstGeom>
          <a:solidFill>
            <a:srgbClr val="1F4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53312"/>
            <a:ext cx="10875263" cy="7233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Nödström. Batterimodul. Landström. EX. IEC-spänningstabell. IP-tabell. Live trefasmätning. Hållkrets. Maskinkonstruktion.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76704"/>
            <a:ext cx="10875263" cy="3982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D1D1F"/>
                </a:solidFill>
                <a:latin typeface="Calibri"/>
              </a:rPr>
              <a:t>LIA: peka rätt spänningstyp från däck under handledning, proberna i fickan på 440.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6547104"/>
            <a:ext cx="1143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6E6E73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