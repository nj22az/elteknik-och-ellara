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Två lektioner samma vecka. Inte blanda in hållkrets. Inte öppna 440-lucka. Verktyg är val på papper, händer på varvet.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m8 verktyg. Inte nödtavla som nödlabb. Inte landanslutningscentral. Titta, namnge, stanna.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7.1.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papper/foto. Isolation 2.1 på den döda tavlan.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öppnar mot N/PE. Ingenjören står i tavlarummet.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Allmänna råd till 5 § (huvudbrytare, skydd, märkning) är *bör*, inte skall. Säg det om någon frågar, inte som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5.1 och 6.1, berätta inte om 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Kursbegrepp, inte TSFS-definition.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Upplysning: grupper/säkringar märkta (märkström, area, förbrukare) = vägledning, inte skall. Parafras, ingen sidavskrift.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Labbdag v2. Elektrikerhålet.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 Stående anläggning ≠ död tavla (2.1).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VG-meningen.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öppna luckan på fotot.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 Central är inte arbetsbänk.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Märk nivån. Inte IP-matris.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och stoppa tråden. På varvet: LOTO på den tavla värden ställt av.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m8- och 80005-frågor.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Efter 7.1 samma vecka. Inte tavllära omberättad. Välj instrument på papper. Händer = varv.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8.1.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strecken på papper. Megger med händerna = varv, om de har; annars tvåpol + gap (2.1/v2).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tar DMM mot PE. Ingenjören har “en mätare”.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Fackmässigt 2 kap. 6 §. Isolation = 2.1. DC-område = 3.1. AC-läge = 4.1. Tavla = pek 7.1, inte omberättat.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MΩ är upplysning i 2.1, inte nytt skall här.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är hela G. Inte = nästa tre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2.1-kedjan, inte omberättad isolationföreläsning.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7.1: övning på död tavla. Inte tavllära.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2.1. Inte nytt 1 MΩ-skall.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IG. Maskinreflexen: en mätare ur fickan.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7.1 utan omberättelse.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ny labbdag.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Kompetens: ansvar för verktyg och metoder.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80005- och 7.1-omtag.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D3A"/>
                </a:solidFill>
                <a:latin typeface="Calibri"/>
              </a:rPr>
              <a:t>ELTEKNIK OCH ELLÄRA  ·  45 YH-POÄNG  ·  VECKA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000" b="1" i="0">
                <a:solidFill>
                  <a:srgbClr val="1D1D1F"/>
                </a:solidFill>
                <a:latin typeface="Calibri"/>
              </a:rPr>
              <a:t>Eltavla och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Modul 7 + modul 8  ·  samma kalendervecka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371600" cy="45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Distans. Först tavlan, sedan instrumentvalet. Inte 80005. Inte live MSB.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7.1 Eltavla / elcentral ombord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7 · distans Tre foton. Inte DMM på MSB. Inte öppna 440-lucka.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7.1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7-1-eltav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Tre tavlor: MSB stängd, grupptavla märkt, övningstavla låst. Övning = den döda tavlan.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Namnge huvudtavla vs grupptavla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440 = look-not-touch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Övning = död låsbar tavla, inte live MSB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VG: varför inte felsöka från spänningssatt MSB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Det här är inte din landcentral.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Rummet är inte tillstånd.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Känn igen vilken tavla du står vid. Spänningssatt huvudtavla är inte övningsplats. 440 V-lucka öppnar du inte utan värdtillstånd. Grupper ska kunna kännas igen.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Klistra inte lagtext.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02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m8 verktyg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DMM på live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440-lucka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IEC/IP-tabell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Landström, 80005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Nödtavla som nödlabb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Huvudtavla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MSB: inkommande, fördelning. Den du inte megar på live. Både 230 och 400/440 kan sitta här — läs skylt (5.1), öppna inte 440.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Grupptavla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Utgående grupper, märkta. Avläs grupp/förbrukare på foto, inte med prober på live skena.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440 look-not-touch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Lucka stängd. Värden äger den. Inte landcentral. Inte N/PE-skena hemma.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Övning = död tavla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Labbplatsen är den utsedda, låsbara tavlan varvet ställt av. Inte live MSB. Inte “jag kan rummet”.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live MSB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Felsök inte från spänningssatt huvudtavla. Fel ställe. 5 §. Pek 6.1 utan omberättelse: inte hitta motorn där.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Fotoövningen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Tre foton: MSB stängd; grupptavla med märkning; övningstavla lås/skylt “död”.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huvud vs grupp; 440 look-not-touch; övningsfotot är labbplatsen; en avläst märkning.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varför inte felsöka från spänningssatt MSB.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Grupp har löst. Elektriker öppnar 440-MSB “som hemma”. Ingenjör mäter live “jag kan tavlan”.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Rätt kedja: namnge huvud vs grupp → 440 look-not-touch → övning bara på utsedd död tavla → märkning på foto.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Vägledning, inte 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048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Upplysning (parafras, klistra inte sidan): inga oskyddade spänningsförande delar &gt; 50 V på framsida; tillträde fram och bak utan fara; skylt med högsta spänning på dörr bakom tavla. Avståndssiffror bakom tavla är upplysning, inte 5 §-skall.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Stopp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Öppna 440-lucka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Live mätning / DMM på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“Tavlan är rummet”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80005, IEC-tabell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m8 i den här uppgiften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Fyra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Huvud vs grupp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live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440 look-not-touch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Övning = död tavla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45536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7  ·  ELTAVLA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7.1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m8 verktyg. Nödtavla som nödlabb. Landanslutningscentral. IP-matris. Live trefasmätning. 6.1 plint omberättad.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peka rätt tavla under handledning, MSB-luckan stängd.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8.1 Verktyg och mätinstrument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7b · distans Tre instrument, tre jobb. Inte tång som volt. Inte megger live. Inte DMM på MSB.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8.1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8-1-verkty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Tre instrument, tre jobb. Inte tång som volt. Inte megger live. Inte DMM på MSB.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1612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Namnge DMM, tvåpol, megger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Matcha jobb → instrument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VG: fel instrument = 5 §-risk (kort, falskt “av”, stöt)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Tvåpol mot skrov, inte bara PE.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Namnge instrumentet innan du mäter.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Välj instrument så mätningen inte blir stöt eller kort. Tvåpol för att visa död. DMM för värde på avsedd tränare. Megger bara på avställd grupp. Inte live MSB.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Klistra inte lagtext.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Omberättad 7.1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Ohm-räkning, rms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Kalibreringsårtal (GAP, inte hitta på)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80005, IEC-instrumenttabell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Hållkrets, Arduino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Tre jobb, tre verktyg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53312"/>
          <a:ext cx="10875262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620"/>
                <a:gridCol w="5872642"/>
              </a:tblGrid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Jobb</a:t>
                      </a:r>
                    </a:p>
                  </a:txBody>
                  <a:tcPr anchor="ctr" marL="91440" marR="91440" marT="54864" marB="54864">
                    <a:solidFill>
                      <a:srgbClr val="1F4D3A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anchor="ctr" marL="91440" marR="91440" marT="54864" marB="54864">
                    <a:solidFill>
                      <a:srgbClr val="1F4D3A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Är gruppen död?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Tvåpol mot stomme/skrov efter från/lås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U/I/R på ELV?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DMM, rätt område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Isolation på avställd grupp?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Megger + protokoll. Ingen megger: tvåpol + gap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Tvåpol = död-koll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Efter från och lås. Mot stomme/skrov, inte bara PE. Inte DMM “nån volt”. Inte tång.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DMM = värde på tränare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Rätt område, polaritet, AC-läge (3.1/4.1). Inte megger. Inte tång som volt. Inte live MSB.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Megger inte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Bara avställd grupp efter LOTO. Protokoll. Finns ingen megger på varvet: tvåpol + gapflagga. Inte mot PE som hemma utan tvåpol först.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Tång ≠ volt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Tång kring *en* ledare för ström. Inte runt knippet som voltmeter. Inte “det är av”.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DMM på MSB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Inte 440-prober. Inte live huvudtavla. Värden äger MSB och 440.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Fotoövningen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Tre foton: DMM, tvåpol, megger. Tre jobbkort.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streck jobb → instrument × tre. En mening: megger inte på spänningssatt.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en 5 §-riskmening per felval (tång som volt; megger live; DMM på MSB).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Ingenjör: tång runt två ledare, läser volt, “det är av”. Elektriker: megger mot PE på grupp som inte är låst.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Rätt kedja: vilket jobb → tvåpol efter LOTO om död-koll → DMM på tränare för värde → megger bara avställd → aldrig live MSB.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Ansvar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Trasig säkring i DMM, sliten sladd, fel område = ditt val. Inte “mätaren ljög” som ursäkt för 5 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Fyra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Tång ≠ volt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Megger inte live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DMM inte på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Tvåpol = död-koll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45536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7  ·  m7 eltavla  ·  m8 verktyg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7  ·  MODUL 8  ·  VERKTYG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8.1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Tavllära (7.1). Isolationkedja omberättad. Ohm. rms. Hållkrets. Kalibreringsårtal. IEC-katalog.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välj rätt låda under handledning. Tvåpol på död tavla, DMM på tränare, megger om de har.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