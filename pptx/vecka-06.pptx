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nödgeneratorprov. Inte blackout. Inte lindningsformel. Titta på skylt, stanna innan luckan.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nödgeneratorprov. Inte blackout. Inte lindningsformel. Titta på skylt, stanna innan luckan.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6.1.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papper/foto. Isolation = 2.1. Live 440 är inte kurslabb.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öppnar dosa mot PE. Ingenjören kan motorn.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kap. 1–4 och 6–7 § är inte den här lektionens nöd-/generatorlabb.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5.1, skriv inte om trefaslektionen.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mening. Inte m6 som konstruktionskurs.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Hemuppgiften är fotot. Du matar inte siffrorna.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pekare, inte en andra trefasföreläsning.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“Den snurrar ju inte” är 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Labbdag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VG-meningen. Inte “felet sitter i tavlan, mät live”.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öppna plinten på fotot.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På varvet: peka från durk, skylt om synlig, lucka stängd.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 Fånga “jag kan den motorn”.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80005- och IEC-frågor.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Maskiner ombord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6  ·  konstruktion och drift på grundnivå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Märkskylt och foto. Inte DMM på MSB. Inte öppna 440-kåpa.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6.1 Maskiner ombord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6 · distans Märkskylt och foto. Inte DMM på MSB. Inte öppna 440-kåpa.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6.1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6-1-mask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Motor: el → rörelse. Generator: rörelse → el. Stängd plint plus märkskylt. MSB är inte felsökstället.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Motor: el → rörelse. Generator: rörelse → el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Pek 5.1: varför tre ledare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Stopp innan kåpa/plint på 440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Läsa skylt: U, I, kW, varv, DC eller AC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VG: varför inte felsöka 440-motor från MSB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Plint på 440 är inte PE-dosa.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Stilla rotor är inte död plint.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048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En elmaskin är spänningssatt tills du *visat* att den är död. Titta på märkskylt och system (24 V DC / 230 V enfas / 400–440 V trefas) innan luckan. 440 V-plint = look-not-touch utan värdtillstånd.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182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Klistra inte lagtext.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02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DMM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Öppna 440-kåpa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IEC-maskintabell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Landström, 80005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Nödgenerator, blackout, EX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Hållkrets, lindningsberäkning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Motor och generator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Samma släkt, olika energiriktning. Stator står. Rotor snurrar. DC-maskin vs AC-maskin som namn, inte lindningsformel.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Märkskylt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Läs: U, I, kW, varv, DC eller AC. U måste matcha systemet från 5.1. Trefasmaskin: tre ledare (pek 5.1). 24 V-styr är ett annat system — blanda inte plintarna.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Pek 5.1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Varför tre ledare till maskinen = 5.1. Inte ny IEC-regel. Inte tre enfas.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Stilla axel ≠ av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Stående axel är inte bevisad spänningslöshet. Isolation enligt 2.1 *innan* plint, av värd.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öppna 440-kåpa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Look-not-touch. Värden äger luckan. Plintlåda är inte lägenhetens kopplingsdosa. Skrov ≠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DMM på MSB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Felsök inte 440-motor från spänningssatt huvudtavla. Fel ställe. Live tavla. 5 §. DMM bara på isolerad tränare (Labbdag v2).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Fotoövningen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 Classroom: märkskylt (U, I, kW, rpm, AC 3~); stängd plintlåda; MSB märkt “inte här”.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motor eller generator; pek 5.1 tre ledare; stopp innan lucka; MSB är inte felsökstället.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varför DMM på MSB inte felsöker motorn.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Motor står. Ingenjör öppnar 440-plint. Elektriker går till MSB och mäter “för att hitta motorn”.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kedja: skylt → look-not-touch → isolation 2.1 av värd → inte MSB → DMM bara på tränare.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02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“Står = av”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Kåpa på 440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DMM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Live-wiring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IEC-tabell ur minnet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80005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Tre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056131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Stilla axel ≠ av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DMM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öppna 440-kåpa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30067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6  ·  m6 maskiner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6  ·  MODUL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6.1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Nödgeneratorprov. Blackout. Landström. EX. Lindningsberäkning. IEC-maskintabell. Hållkrets. Live trefasmätning.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peka maskin och spänningstyp under handledning, plint stängd utan värd.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