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nödgeneratorprov. Inte blackout. Inte lindningsformel. Titta på skylt, stanna innan luckan.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nödgeneratorprov. Inte blackout. Inte lindningsformel. Titta på skylt, stanna innan luckan.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figur 6.1. Låt dem peka. Hitta inte på lagtext. Inte IP-tabell. Inte 80005.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 är papper/foto. Isolation = 2.1. Live 440 är inte kurslabb.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Elektrikern öppnar dosa mot PE. Ingenjören kan motorn. Båda är fel kedja.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kap. 1–4 och 6–7 § är inte den här lektionens nöd-/generatorlabb.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Pek 5.1, skriv inte om trefaslektionen.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mening. Inte m6 som konstruktionskurs.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Hemuppgiften är fotot. Du matar inte siffrorna.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pekare, inte en andra trefasföreläsning.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Ingenjörshålet. “Den snurrar ju inte” är 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Elektrikerhålet. Labbdag v2.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VG-meningen. Inte “felet sitter i tavlan, mät live”.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händer. Inte öppna plinten på fotot.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Typfel, inte Germanica.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IG och stoppa tråden. På varvet: peka från durk, skylt om synlig, lucka stängd.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Facit i quizbladet. Fånga “jag kan den motorn”.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80005- och IEC-frågor. Peka framåt, gå inte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IBM Plex Sans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IBM Plex Sans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IBM Plex Sans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IBM Plex Sans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IBM Plex Sans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1554480"/>
            <a:ext cx="11338560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 spc="72" cap="all">
                <a:solidFill>
                  <a:srgbClr val="111111"/>
                </a:solidFill>
                <a:latin typeface="IBM Plex Sans Medium"/>
                <a:ea typeface="IBM Plex Sans Medium"/>
              </a:rPr>
              <a:t>ELTEKNIK OCH ELLÄRA  ·  45 YH-POÄNG  ·  VECKA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965960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 ombord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651760"/>
            <a:ext cx="3840480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788920"/>
            <a:ext cx="1133856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Modul 6  ·  konstruktion och drift på grundnivå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200400"/>
            <a:ext cx="11338560" cy="10058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Distans. Märkskylt och foto. Inte DMM på MSB. Inte öppna 440-kåpa.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663440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304" y="4663440"/>
            <a:ext cx="164592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6.1 Maskiner ombord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Elteknik och ellära · vecka 6 · distans Märkskylt och foto. Inte DMM på MSB. Inte öppna 440-kåpa.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Figur 6.1</a:t>
            </a:r>
          </a:p>
        </p:txBody>
      </p:sp>
      <p:pic>
        <p:nvPicPr>
          <p:cNvPr id="18" name="Picture 17" descr="figur-6-1-maski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863840" cy="44210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1234440"/>
            <a:ext cx="3337560" cy="47548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Motor: el → rörelse. Generator: rörelse → el. Stängd plint plus märkskylt. MSB är inte felsökstället.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Efter den här veckan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123444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104" y="123444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Motor: el → rörelse. Generator: rörelse → el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177292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9104" y="177292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Pek 5.1: varför tre ledare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23114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104" y="23114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Stopp innan kåpa/plint på 440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284988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104" y="284988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Läsa skylt: U, I, kW, varv, DC eller AC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338836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104" y="338836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VG: varför inte felsöka 440-motor från MSB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Två spår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28016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28016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1444751"/>
            <a:ext cx="512064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Elektriker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1847088"/>
            <a:ext cx="5120640" cy="32004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Plint på 440 är inte PE-dosa.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1444751"/>
            <a:ext cx="512064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Ingenjör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847088"/>
            <a:ext cx="5120640" cy="32004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Stilla rotor är inte död plint.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Skall, en mening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234440"/>
            <a:ext cx="11338560" cy="21945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En elmaskin är spänningssatt tills du *visat* att den är död. Titta på märkskylt och system (24 V DC / 230 V enfas / 400–440 V trefas) innan luckan. 440 V-plint = look-not-touch utan värdtillstånd.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53872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TSFS 2017:26 5 kap. 5 §. Parafras. Klistra inte lagtext.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den här veckan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123444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904" y="123444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DMM på MSB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1623568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904" y="1623568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Öppna 440-kåpa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2012696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904" y="2012696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IEC-maskintabell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2401824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904" y="2401824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Landström, 80005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790952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904" y="2790952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Nödgenerator, blackout, EX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318008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904" y="318008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Hållkrets, lindningsberäkning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Motor och generator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Samma släkt, olika energiriktning. Stator står. Rotor snurrar. DC-maskin vs AC-maskin som namn, inte lindningsformel.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Märkskylt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Läs: U, I, kW, varv, DC eller AC. U måste matcha systemet från 5.1. Trefasmaskin: tre ledare (pek 5.1). 24 V-styr är ett annat system — blanda inte plintarna.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Pek 5.1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Varför tre ledare till maskinen = 5.1. Inte ny IEC-regel. Inte tre enfas.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Stilla axel ≠ av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Stående axel är inte bevisad spänningslöshet. Isolation enligt 2.1 *innan* plint, av värd.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öppna 440-kåpa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Look-not-touch. Värden äger luckan. Plintlåda är inte lägenhetens kopplingsdosa. Skrov ≠ 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DMM på MSB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Felsök inte 440-motor från spänningssatt huvudtavla. Fel ställe. Live tavla. 5 §. DMM bara på isolerad tränare (Labbdag v2).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Fotoövningen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234440"/>
            <a:ext cx="11338560" cy="96012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 Classroom: märkskylt (U, I, kW, rpm, AC 3~); stängd plintlåda; MSB märkt “inte här”.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286000"/>
            <a:ext cx="113385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2286000"/>
            <a:ext cx="457200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359152"/>
            <a:ext cx="10515600" cy="12618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motor eller generator; pek 5.1 tre ledare; stopp innan lucka; MSB är inte felsökstället.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840480"/>
            <a:ext cx="1133856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840480"/>
            <a:ext cx="640080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913632"/>
            <a:ext cx="10332720" cy="12618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varför DMM på MSB inte felsöker motorn.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Genomgånget fel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Motor står. Ingenjör öppnar 440-plint. Elektriker går till MSB och mäter “för att hitta motorn”.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Rätt kedja: skylt → look-not-touch → isolation 2.1 av värd → inte MSB → DMM bara på tränare.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Stopp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123444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904" y="123444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“Står = av”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1623568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904" y="1623568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Kåpa på 440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2012696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904" y="2012696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DMM på MSB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2401824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904" y="2401824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Live-wiring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790952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904" y="2790952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IEC-tabell ur minnet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318008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904" y="318008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80005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Quiz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207008"/>
            <a:ext cx="11338560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Tre saker: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16002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9104" y="16002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Stilla axel ≠ av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" y="213868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104" y="213868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DMM på MSB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267716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104" y="267716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öppna 440-kåpa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328415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Gör quizzen i Classroom den här veckan.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Maskiner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8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Maskiner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3D2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i 6.1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Nödgeneratorprov. Blackout. Landström. EX. Lindningsberäkning. IEC-maskintabell. Hållkrets. Live trefasmätning.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LIA: peka maskin och spänningstyp under handledning, plint stängd utan värd.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teknik v3">
  <a:themeElements>
    <a:clrScheme name="Elteknik v3">
      <a:dk1>
        <a:srgbClr val="111111"/>
      </a:dk1>
      <a:lt1>
        <a:srgbClr val="FFFFFF"/>
      </a:lt1>
      <a:dk2>
        <a:srgbClr val="111111"/>
      </a:dk2>
      <a:lt2>
        <a:srgbClr val="FFFFFF"/>
      </a:lt2>
      <a:accent1>
        <a:srgbClr val="E85298"/>
      </a:accent1>
      <a:accent2>
        <a:srgbClr val="3D2458"/>
      </a:accent2>
      <a:accent3>
        <a:srgbClr val="3D2458"/>
      </a:accent3>
      <a:accent4>
        <a:srgbClr val="6B2D5B"/>
      </a:accent4>
      <a:accent5>
        <a:srgbClr val="111111"/>
      </a:accent5>
      <a:accent6>
        <a:srgbClr val="111111"/>
      </a:accent6>
      <a:hlink>
        <a:srgbClr val="111111"/>
      </a:hlink>
      <a:folHlink>
        <a:srgbClr val="111111"/>
      </a:folHlink>
    </a:clrScheme>
    <a:fontScheme name="Office">
      <a:majorFont>
        <a:latin typeface="IBM Plex Sans"/>
        <a:ea typeface="IBM Plex Sans"/>
        <a:cs typeface="IBM Plex Sans"/>
        <a:font script="Jpan" typeface="IBM Plex Sans"/>
        <a:font script="Hang" typeface="IBM Plex Sans"/>
        <a:font script="Hans" typeface="IBM Plex Sans"/>
        <a:font script="Hant" typeface="IBM Plex Sans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IBM Plex Sans"/>
        <a:cs typeface="IBM Plex Sans"/>
        <a:font script="Jpan" typeface="IBM Plex Sans"/>
        <a:font script="Hang" typeface="IBM Plex Sans"/>
        <a:font script="Hans" typeface="IBM Plex Sans"/>
        <a:font script="Hant" typeface="IBM Plex Sans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