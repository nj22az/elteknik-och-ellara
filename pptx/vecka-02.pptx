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1.1 ligger. Här är kedjan innan handen: från, lås, prova död, megger, protokoll. Inte en ny labbdag.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1.1 ligger. Här är kedjan innan handen: från, lås, prova död, megger, protokoll. Inte en ny labbdag. Inte omberättad 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2.1.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papper. Händer-megger är ticket till varvet, inte hemuppgift.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megger mot PE och litar på JFB. Ingenjören såg att den stannade.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Klistra inte lagtext. 5 § är skall. Resten av kap. 5 undervisas inte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Quizzen sitter på 1 MΩ. Aldrig “lagen kräver 1 MΩ”. Underhållsintervallet är exempel.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 ≠ megger. Samma siffra på fel tid är fel mätning. Tyst IR säger inget om en grupp den inte ser — peka tillbaka till 1.1, berätta inte om fallet.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Hoppa lås = IG. Megger före tvåpol = IG. Referens ombord är skrov/IT på *avställd* grupp, inte PE hemma.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lista 1–8 finns i studentbladet. Här: det som styr protokollet. Inte intyg till befälhavaren (m11). Inte IP-tabell på sliden.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0,4 MΩ i fotot är den här sliden i övning. 2,4 MΩ är den andra övningssiffran. Båda är märkta övning.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0,4 = inte tillslag + avvikelse. Eleven ska säga vilken bild som är drift och vilken som är före arbete. Ingen megger på den spänningssatta bilden.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är Labbdag v2, inte ett nytt schema. Händer-megger bara på utsedd död tavla när värden vinkar.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Germanica. Typfel för den här veckan. Rätt kedja är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du megger på driftfotot eller hoppad lås: IG, stoppa tråden.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Rätta mot kedjan, inte mot hur väl de kan rummet. Mata inte VG-orden.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Fyra frågor. Facit i quizbladet, inte på sliden.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frågor som vill in i varvsschema eller 1.1-fallet.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4D3A"/>
                </a:solidFill>
                <a:latin typeface="Calibri"/>
              </a:rPr>
              <a:t>ELTEKNIK OCH ELLÄRA  ·  45 YH-POÄNG  ·  VECKA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4000" b="1" i="0">
                <a:solidFill>
                  <a:srgbClr val="1D1D1F"/>
                </a:solidFill>
                <a:latin typeface="Calibri"/>
              </a:rPr>
              <a:t>Isolering före arbete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Modul 2  ·  SMS, kedjan innan handen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60520"/>
            <a:ext cx="1371600" cy="4572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Distans. På papper. Megger med händerna = varvsdagen. Inte omberättad Germanica.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2.1 Isolering före arbete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Elteknik och ellära · vecka 2 · distans På papper. Megger med händerna = varvsdagen.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Figur 2.1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-2-1-isolering-ked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571" y="1371600"/>
            <a:ext cx="7400376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623560"/>
            <a:ext cx="10875263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6E73"/>
                </a:solidFill>
                <a:latin typeface="Calibri"/>
              </a:rPr>
              <a:t>Kedja före arbete: från, lås, prova död, megger. Två tider: IR-vakt under drift mot megger på avställd grupp mot skrov, inte mot 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Efter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68706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Ordna SMS-kedjan innan arbete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Skilja IR *under drift* från megger *på avställd* grupp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Behandla 1 MΩ som upplysning, inte lag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Fylla protokoll från given bild och siffra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VG: motivera stegen; vad om varvet saknar megger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Två spår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>Referens är inte PE-skenan hemma. </a:t>
            </a:r>
            <a:r>
              <a:rPr sz="1800" b="1" i="0">
                <a:solidFill>
                  <a:srgbClr val="1D1D1F"/>
                </a:solidFill>
                <a:latin typeface="Calibri"/>
              </a:rPr>
              <a:t>Ingenjör: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 Tyst maskin är inte bevisad spänningslöshet.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3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583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615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Ingenjör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615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Skall, en mening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048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El ombord ska vara gjord så att risken för stöt, brand och kortslutning blir så liten som det går. Innan du tar i en grupp: gör den död, *visa* att den är död, mät isolation, skriv det.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01824"/>
            <a:ext cx="10875263" cy="1048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TSFS 2017:26 5 kap. 5 §. Parafras. SMS: rutinerna i rederiets organisation (FSL 2 kap. 9–10 §§). Utförande: fackmässigt (2 kap. 6 §). Inte ELSÄK-auktorisation som enda bevis.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skall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353312"/>
          <a:ext cx="1087526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2620"/>
                <a:gridCol w="5872642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Påstående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Nivå</a:t>
                      </a:r>
                    </a:p>
                  </a:txBody>
                  <a:tcPr anchor="ctr" marL="91440" marR="91440" marT="54864" marB="54864">
                    <a:solidFill>
                      <a:srgbClr val="1F4D3A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Isolationsprov (instrument ombord / fackman megger + protokoll)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upplysning, “Så här görs kontroll”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1 MΩ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upplysning. Inte 5 §-skall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IR-vakt på ojordade kretsar &gt; 50 V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allmänna råd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“t.ex. vart 6:e år”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exempel, inte föreskrift</a:t>
                      </a:r>
                    </a:p>
                  </a:txBody>
                  <a:tcPr anchor="ctr" marL="91440" marR="91440" marT="54864" marB="54864">
                    <a:solidFill>
                      <a:srgbClr val="F4F7F5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Packning tillbaka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D1D1F"/>
                          </a:solidFill>
                          <a:latin typeface="Calibri"/>
                        </a:rPr>
                        <a:t>avledning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  <a:lnL w="6350" cap="flat" cmpd="sng" algn="ctr">
                      <a:solidFill>
                        <a:srgbClr val="D2D2D7"/>
                      </a:solidFill>
                    </a:lnL>
                    <a:lnR w="6350" cap="flat" cmpd="sng" algn="ctr">
                      <a:solidFill>
                        <a:srgbClr val="D2D2D7"/>
                      </a:solidFill>
                    </a:lnR>
                    <a:lnT w="6350" cap="flat" cmpd="sng" algn="ctr">
                      <a:solidFill>
                        <a:srgbClr val="D2D2D7"/>
                      </a:solidFill>
                    </a:lnT>
                    <a:lnB w="6350" cap="flat" cmpd="sng" algn="ctr">
                      <a:solidFill>
                        <a:srgbClr val="D2D2D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Två mätningar, två tider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D1D1F"/>
                </a:solidFill>
                <a:latin typeface="Calibri"/>
              </a:rPr>
              <a:t>Under drift: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IR-vakt. Larmar. Tar inte bort spänningen.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Före arbete på avställd grupp: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från, lås, skylt, tvåpol död, *sedan* megger. Protokoll.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Kedjan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2072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1.  Från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2.  Lås / skylt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3.  Tvåpolsprova död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4.  Megger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5.  Skriv värde och referens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6.  Under upplysningsgräns → inte spänningssätt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7.  Kåpa tillbaka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SMS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68706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Inte räkna med JFB; räkna med IR-vakt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Packning/kåpa tillbaka (avledning, inte TS-rubrik)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Isolationsrutin i underhåll (upplysning; intervall = exempel)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Sidokrets utanför IR (punkten från 1.1, inte omberättad)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Stöt → vård iland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1 MΩ i jobbet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1612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Märk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upplysning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, inte lag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Givet värde under gräns: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inte spänningssätt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, skriv avvikelse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Inte “olagligt enligt 5 §”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Fotoövningen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Ticket: “230 V-grupp inredning, kabel bytt. Isolera på papper. Megga inte live.”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51584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Två övningsfoton i Classroom: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49856"/>
            <a:ext cx="10875263" cy="8107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IR-instrument *i drift*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Megger på *avställd* grupp: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2,4 MΩ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och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0,4 MΩ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Om varvet saknar megger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VG-mening: tvåpolsprova död +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flagga gapet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. Inte hitta på en andra tavla. Inte live. Inte 440 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Genomgånget fel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230 V-grupp belysning inredning. Ingenjör: “den är av, jag såg brytaren.” Elektriker: megger mot PE som hemma, “bra” 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Saknas: lås/skylt, tvåpol mot stomme/skrov, megger på den *avställda* gruppen mot rätt referens, protokoll.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Stopp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511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Ingen megger på spänningssatt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Ingen lucka utan lås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Ingen “jag kan anläggningen”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Ingen händer-megger som läxa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Hemuppgift: protokoll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048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Namn, grupp, kedja, given siffra, referens, 1 MΩ upplysning ja, en SMS-punkt.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G: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kedja + IR vs megger + 0,4 inte tillslag + en SMS-punkt.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VG: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motivera varje steg mot risk; gap om megger saknas.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Quiz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Tre saker: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19072"/>
            <a:ext cx="10875263" cy="1056131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1 MΩ är upplysning, inte lag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IR ≠ megger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0,4 MΩ = inte spänningssätt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830067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Gör quizzen i Classroom den här veckan.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2  ·  m2 isolering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2  ·  MODUL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i 2.1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Stötväg som 1.1-lektion. Nöd, EX, land, blackout. 230 mot 24 V (väntar på varvet). Hållkrets. Losskoppling som eget pass. Intyg som TS-produkt. Arduino.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LIA: isolation enligt fartygets SMS, under handledning.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