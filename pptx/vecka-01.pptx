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inte isolation som handling. Det kommer i m2. I dag: var stöten går, varför JFB och ELSÄK inte är skyddet, och en SMS-punkt.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inte isolation som handling. Det kommer i m2. I dag: var stöten går, varför JFB och ELSÄK inte är skyddet, och en SMS-punkt.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1.1.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de tre första. Full risktext är hemuppgift, inte en föreläsning. Isolation som handling är inte den här veckan.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tar med PE och ELSÄK. Ingenjören tar med rummet och pumpen. Båda hålen tar vi i Germanica.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Pekövning på fotot, inte på jobbet. Ingen lucka som läxa.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mening. Inte SHK-el-plus-fall, den rapporten finns inte i paketet.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är skall, inte ett tips. 5 kap. 1–4 och 6–7 § (nöd, batteri, landnät) undervisas inte här. FSL: sjövärdighet och arbetsmiljö ombord. Stöt är båda. Klistra inte in föreskriften.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Quizzen sitter här. Aldrig ”lagen kräver 1 MΩ”. Megger är inte den här veckan. ”Så här görs kontroll” är inte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mening till elektrikern. Sen vidare. Inte EMC-modul.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Leta inte JFB. Landreflexen är fel här. IR på huvudnätet hade inte räddat Germanica.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Olyckor-sidan namnger inte Germanica. Blanda inte källorna. SHK 2024:04 är rapporten. Olyckor-sidan är slitage/SMS.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juni 2022, ingenjör vid barlastpump. 14 juli kollega söker läckage, stöt från våt magnetventil. Inte megger här. Eleven ska *se* varför IR inte räddade 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Fel land: JFB hade löst. Fel maskin: läckage är mekanik. Båda felen tar vi i protokollet.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och megger = m2. Här räcker varför du inte börjar. Ser du handen först i inlämningen: IG, stoppa tråden.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Rätta mot stötvägen, inte mot hur väl de kan barlastsystemet. Mata inte VG-orden.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Fyra frågor. Facit finns i quizbladet, inte på sliden. Fånga JFB-jakt och 1 MΩ-som-lag där.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frågor som vill in i m2.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D3A"/>
                </a:solidFill>
                <a:latin typeface="Calibri"/>
              </a:rPr>
              <a:t>ELTEKNIK OCH ELLÄRA  ·  45 YH-POÄNG  ·  VECKA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000" b="1" i="0">
                <a:solidFill>
                  <a:srgbClr val="1D1D1F"/>
                </a:solidFill>
                <a:latin typeface="Calibri"/>
              </a:rPr>
              <a:t>Stötväg ombord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Modul 1  ·  elsäkerhet, stötar, elens verkningar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371600" cy="45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Distans. SHK 2024:04 / STENA GERMANICA som låst fall. Inte megger den här veckan.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1.1 Stötväg ombord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1 · distans SHK 2024:04 som namngivet fall. Inte megger.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1-1-stotvag-ven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45" y="1371600"/>
            <a:ext cx="6242629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Magnetventil vid barlastpump. Packning saknas. Ingen PE. Stötväg: hölje → hand → skrov. IR-vakt på huvudnätet ser inte den lokalt jordade sidokretsen.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Peka stötväg in och ut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Säg att ELSÄK-JFB inte är skyddet ombord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Koppla en SMS-punkt: packning, jord, eller krets utanför IR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VG: varför IR-vakten var tyst, vad du gör innan beröring, stöt → vård iland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Leta inte JFB.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Läckagesökning är elarbete när komponenten kan vara spänningssatt.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Stötväg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Ström genom kroppen: en väg in, en väg ut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Ofta skrov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Fukt gör höljet till ledare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Pannrum, barlastpump, magnetventil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kaj. Inte EX. Inte nödgenerator.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Varför vi bryr 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8107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Kramp, släppförmåga, hjärta — G-golv, inte medicinkurs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Höjd: stöten dödar inte alltid. Fallet kan göra det. (TS olyckor-sida, upplysning)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 ombord ska vara gjord och monterad så att risken för stöt — och för brand, kortslutning och explosion — blir så liten som det går.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Inte lagtext på sliden.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skall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53312"/>
          <a:ext cx="10875262" cy="226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620"/>
                <a:gridCol w="5872642"/>
              </a:tblGrid>
              <a:tr h="45354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Påstående</a:t>
                      </a:r>
                    </a:p>
                  </a:txBody>
                  <a:tcPr anchor="ctr" marL="91440" marR="91440" marT="54864" marB="54864">
                    <a:solidFill>
                      <a:srgbClr val="1F4D3A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Nivå</a:t>
                      </a:r>
                    </a:p>
                  </a:txBody>
                  <a:tcPr anchor="ctr" marL="91440" marR="91440" marT="54864" marB="54864">
                    <a:solidFill>
                      <a:srgbClr val="1F4D3A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”Så här görs kontroll”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upplysning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1 MΩ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upplysning, inte 5 §-skall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IR-vakt på ojordade kretsar &gt; 50 V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allmänna råd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Packning tillbaka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avledning, ingen TS-rubrik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ELSÄK-hålet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Installationsregler styr i allmänhet inte på fartyg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Undantag: EMC (ELSÄK-FS 2016:3) — inte den här lektionens djup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ELSÄK-auktorisation räcker inte ensam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upphävda 2008:1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”Båt på land = ELSÄK” är TS-webb, inte 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JFB-jakt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Oftast ingen JFB i isolerat huvudnät (driftsäkerhet)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IR-vakt larmar. Den slår inte ifrån.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Den ser bara det nät den sitter på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En lokalt jordad sidokrets syns inte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SMS, var rutinerna bor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1612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FSL 2 kap. 9–10 §§: rutinerna i rederiets SMS, inte i huvudet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Olyckor-sidan: slitage, packning, skåp, genomföringar — byt i tid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Isolationsrutin i underhåll = SMS, övas i 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Germanica, fem punkter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SHK 2024:04. Parafras, inte rapportbilaga.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1.  Packning saknades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2.  Ingen skyddsjord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3.  Kablar skiftade: ventilen spänningssatt så länge pumpen gick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4.  Kretsen lokalt jordad, utanför IR — vakten tyst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5.  Felen rörde inte driften → ingen indikation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Rätt kedja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1.  Fas i hölje → våt hand → skrov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2.  Packning + jord + sidokrets utanför IR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3.  SMS: packning åter, jord, sidokrets övervakad eller behandlad som spänningssatt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4.  Efter stöt: vård iland, inte ”skaka av det”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Stopp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Ingen beröring av våt elkomponent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Ingen ”jag kan anläggningen”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Ingen megger som ersättning för stötbedömning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Ingen lucka på jobbet som läxa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Hemuppgift: labbprotokoll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Felanmälan: ”Det läcker vid pumpen, känn efter var.” Foto i Classroom. Inte ett namngivet övningsfartyg på intyg.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stötväg in/ut; minst två av packning / jord / utanför IR; en SMS-åtgärd du inte hoppar; ELSÄK-JFB är inte skyddet.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fyra rader själv: varför IR var tyst; vad innan beröring och varför; stöt → iland.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Två saker ni ska kunna skilja: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51584"/>
            <a:ext cx="10875263" cy="8107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Skall: 5 kap. 1–7 §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Inte skall: ”Så här görs kontroll”, 1 MΩ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17216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1  ·  m1 stötväg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1  ·  MODUL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Meggerprocedur. 1 MΩ som labbgräns. Hållkrets. Losskoppling. IP-tabell. Intyg. Nöd. Landström. 2024:58. EX. Arduino.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samma pekning under handledare. Isolation själv efter m2.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