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isolation. Inte stötväg. Inte trefas. Den här veckan är Ohm, polaritet och område.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isolation (2.1). Inte stötväg (1.1). Inte trefas. Inte 440 V. Den här veckan är Ohm, polaritet och område.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figur 3.1. Låt dem peka. Hitta inte på lagtext. Inte IP-tabell. Inte 80005.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är papper/foto. Händer på DMM är ticket till Labbdag v2 DMM-block, inte läxa.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Elektrikern tar skrov som nolla. Ingenjören kopplar på och ser. Båda är fel kedja.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Klistra inte lagtext. Ohms lag är ellära, inte en TSFS-paragraf. 5 § är kortslutningsrisken vid mätfel.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Övningen är 24 V / klenspänning, schema och foto. Avställd *fartygs*grupp = 2.1 först, inte DC-räkning på spänningssatt tavla.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Ingenjörshålet. Inget “prova bara”. Ett tal på sliden räcker: 24 V, 48 Ω → I = 0,5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Hemuppgiften är de två schemana i Classroom. Du matar inte svaren. Titta att polaritet och enhet sitter.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Tångamperemeter är inte voltmeter. Ström i serie är quizfrågan.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Elektrikerhålet. Polaritet egal = IG. Baklänges och skylla på “skrovet som nolla” är typfelet.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§ i jobbet. VG-mening: vad du minimerade. Inte “24 V tål allt”.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händer. Inte live. Inte 440 V. Eleven skriver på papper.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Typfel, inte Germanica. Rätt kedja nästa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Grind från 2.1: fartygsgrupp avställd först. Den här kedjan är ELV-tränare.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 och stoppa tråden. Varvsdagen: isolerad tränare, värden äger vilken.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Fyra frågor. Facit i quizbladet. Fånga tång-som-volt och “prova bara”.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trefas- och 440 V-frågor. Peka framåt, gå inte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4D3A"/>
                </a:solidFill>
                <a:latin typeface="Calibri"/>
              </a:rPr>
              <a:t>ELTEKNIK OCH ELLÄRA  ·  45 YH-POÄNG  ·  VECKA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4000" b="1" i="0">
                <a:solidFill>
                  <a:srgbClr val="1D1D1F"/>
                </a:solidFill>
                <a:latin typeface="Calibri"/>
              </a:rPr>
              <a:t>Resistiv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Modul 3  ·  mät och räkna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1371600" cy="4572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Distans. Papper och ELV-foto. Inte trefas. Inte 440 V. Händer-DMM = varvsdagen.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3.1 Resistiv DC: mät och räkna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Elteknik och ellära · vecka 3 · distans Papper och ELV-foto. Händer-DMM = varvsdagen, isolerad tränare.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Figur 3.1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-3-1-dc-mat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571" y="1371600"/>
            <a:ext cx="7400376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23560"/>
            <a:ext cx="10875263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Calibri"/>
              </a:rPr>
              <a:t>Serie mot parallell, 24 V. DMM rätt volt parallellt över last, mot fel ampere över last — det är kortslutning.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Efter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Räkna U, I, R i serie och parallell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Rätt polaritet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Volt över, ström i serie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Enkel beräkning stämmer mot given avläsning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VG: fel område = kort; motivera instrumentval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Två spår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Elektriker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>Minus är inte PE. </a:t>
            </a:r>
            <a:r>
              <a:rPr sz="1800" b="1" i="0">
                <a:solidFill>
                  <a:srgbClr val="1D1D1F"/>
                </a:solidFill>
                <a:latin typeface="Calibri"/>
              </a:rPr>
              <a:t>Ingenjör: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 Räkna I innan du klämmer på.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583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583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615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Ingenjör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615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Skall, en mening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Mät så att du inte gör kortslutning eller stöt av mätningen. Rätt funktion, rätt polaritet, ström i serie, spänning över. Räkna slingan innan du kopplar.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TSFS 2017:26 5 kap. 5 §. Parafras: el ska vara gjord så att kortslutning och stöt minimeras. En DMM på fel område *är* en kortslutning.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Trefas, enfas-AC (senare)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440 V, MSB, live fartygsnät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Isolation/megger (2.1)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1 MΩ som labbgräns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Händer-DMM hemma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Räkna först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Serie: samma I, U delas. Parallell: samma U, I delas. R = U/I.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51584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Avläsning mot räkning: om de inte stämmer är det mätfel eller fel krets, inte “ungefär”.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Serie och parallell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Två R i serie: räkna I och U över varje. Två R i parallell: räkna I i varje gren.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Tre mätningar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1612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</a:t>
            </a:r>
            <a:r>
              <a:rPr sz="2000" b="1" i="0">
                <a:solidFill>
                  <a:srgbClr val="1D1D1F"/>
                </a:solidFill>
                <a:latin typeface="Calibri"/>
              </a:rPr>
              <a:t>Spänning: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parallellt över komponenten, volt-område, röd mot plus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</a:t>
            </a:r>
            <a:r>
              <a:rPr sz="2000" b="1" i="0">
                <a:solidFill>
                  <a:srgbClr val="1D1D1F"/>
                </a:solidFill>
                <a:latin typeface="Calibri"/>
              </a:rPr>
              <a:t>Ström: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bryt slingan, mätare *i serie*, ström-område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</a:t>
            </a:r>
            <a:r>
              <a:rPr sz="2000" b="1" i="0">
                <a:solidFill>
                  <a:srgbClr val="1D1D1F"/>
                </a:solidFill>
                <a:latin typeface="Calibri"/>
              </a:rPr>
              <a:t>Resistans: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spänningslöst, ohm-område. Inte ohm på spänningssatt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Polaritet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Röd mot plus. Svart mot minus. Minus är inte PE. Skrov som retur är inte din-skena hemma.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Ampere över last = kort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Strömområde *över* last eller batteri = du har lagt en nästan noll-ohm-väg över källan. Säkring eller mätare dör. Det är kortslutning, inte en mätning.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Fotoövningen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I Classroom: schema serie + parallell, U given. Foto 1: DMM volt-läge, rätt över last. Foto 2: DMM ampere-läge, felkopplad över last (märkt övning).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120640"/>
            <a:ext cx="5355335" cy="1234440"/>
          </a:xfrm>
          <a:prstGeom prst="roundRect">
            <a:avLst>
              <a:gd name="adj" fmla="val 8000"/>
            </a:avLst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50810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5026151" cy="79552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F4D3A"/>
                </a:solidFill>
                <a:latin typeface="Calibri"/>
              </a:rPr>
              <a:t>räkna; peka rätt volt; peka ut kortet; röd mot plus. </a:t>
            </a:r>
            <a:r>
              <a:rPr sz="1300" b="1" i="0">
                <a:solidFill>
                  <a:srgbClr val="1F4D3A"/>
                </a:solidFill>
                <a:latin typeface="Calibri"/>
              </a:rPr>
              <a:t>VG:</a:t>
            </a:r>
            <a:r>
              <a:rPr sz="1300" b="0" i="0">
                <a:solidFill>
                  <a:srgbClr val="1F4D3A"/>
                </a:solidFill>
                <a:latin typeface="Calibri"/>
              </a:rPr>
              <a:t> en mening risk, fel område.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Genomgånget fel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24 V till magnetventil. Ingenjör: DMM på strömområde, mäter *över* polerna. Mätaren dör. Elektriker: polaritet baklänges, skyller på skrovet som nolla.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Första räkning: 24 V, last t.ex. 48 Ω → 0,5 A. Ström i serie, inte som volt över.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Rätt kedja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2002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1.  Räkna I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2.  Välj volt eller ampere medvetet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3.  Polaritet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4.  Spänning parallellt / ström i serie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5.  Jämför med räkning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6.  Fel område = kortslutningsrisk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Stopp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Amperemeter över batteri/last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Mätning på live MSB / 440 V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Polaritet “det går väl”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Tång runt ledare och läs “volt”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Händer-DMM som läxa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Quiz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Tre saker: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10875263" cy="1056131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Ström mäts i serie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Röd mot plus; minus är inte PE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Ampere över last = kort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30067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Gör quizzen i Classroom den här veckan.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3  ·  m3 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3  · 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i 3.1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AC/trefas. Isolation/megger. Stötväg. 230 V-uttag och hållkrets. 1 MΩ som labbgräns. Live fartygsnät. Arduino.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LIA: samma räkna-sedan-mät under handledning, inte på spänningssatt huvudtavla.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