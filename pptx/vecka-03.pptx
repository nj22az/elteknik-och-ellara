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isolation. Inte stötväg. Inte trefas. Den här veckan är Ohm, polaritet och område.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isolation (2.1). Inte stötväg (1.1). Inte trefas. Inte 440 V. Den här veckan är Ohm, polaritet och område.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3.1.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papper/foto. Händer på DMM är ticket till Labbdag v2 DMM-block, inte läxa.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tar skrov som nolla. Ingenjören kopplar på och ser.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Klistra inte lagtext. Ohms lag är ellära, inte en TSFS-paragraf. 5 § är kortslutningsrisken vid mätfel.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Övningen är 24 V / klenspänning, schema och foto. Avställd *fartygs*grupp = 2.1 först, inte DC-räkning på spänningssatt tavla.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 Inget “prova bara”. Ett tal på sliden räcker: 24 V, 48 Ω → I = 0,5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Hemuppgiften är de två schemana i Classroom. Du matar inte svaren. Titta att polaritet och enhet sitter.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Tångamperemeter är inte voltmeter. Ström i serie är quizfrågan.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Polaritet egal = IG. Baklänges och skylla på “skrovet som nolla” är typfelet.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§ i jobbet. VG-mening: vad du minimerade. Inte “24 V tål allt”.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händer. Inte live. Inte 440 V. Eleven skriver på papper.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 Rätt kedja nästa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Grind från 2.1: fartygsgrupp avställd först. Den här kedjan är ELV-tränare.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 och stoppa tråden. Varvsdagen: isolerad tränare, värden äger vilken.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Fyra frågor. Facit i quizbladet. Fånga tång-som-volt och “prova bara”.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trefas- och 440 V-frågor.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IBM Plex Sa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IBM Plex Sa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IBM Plex Sa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IBM Plex Sa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IBM Plex Sa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9164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Medium"/>
                <a:ea typeface="IBM Plex Sans Medium"/>
              </a:rPr>
              <a:t>Elteknik och ellära  ·  45 YH-poäng  ·  Vecka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2057400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743200"/>
            <a:ext cx="3840480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88036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Modul 3  ·  mät och räkna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291840"/>
            <a:ext cx="11338560" cy="7315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Distans. Papper och ELV-foto. Inte trefas. Inte 440 V. Händer-DMM = varvsdagen.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297680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492" y="4297680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9" name="Rectangle 8"/>
          <p:cNvSpPr/>
          <p:nvPr/>
        </p:nvSpPr>
        <p:spPr>
          <a:xfrm>
            <a:off x="6564630" y="4260342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4279392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5150" y="4297680"/>
            <a:ext cx="219456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3.1 Resistiv DC: mät och räkna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3 · distans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9280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Papper och ELV-foto. Händer-DMM = varvsdagen, isolerad tränare.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-3-1-dc-mat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35240" cy="4292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777240"/>
            <a:ext cx="3657600" cy="29260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SemiBold"/>
                <a:ea typeface="IBM Plex Sans SemiBold"/>
              </a:rPr>
              <a:t>Legend</a:t>
            </a:r>
          </a:p>
        </p:txBody>
      </p:sp>
      <p:sp>
        <p:nvSpPr>
          <p:cNvPr id="10" name="Oval 9"/>
          <p:cNvSpPr/>
          <p:nvPr/>
        </p:nvSpPr>
        <p:spPr>
          <a:xfrm>
            <a:off x="8183879" y="1115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4719" y="1115568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Serie, 24 V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182880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4719" y="1828800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Parallell, 24 V</a:t>
            </a:r>
          </a:p>
        </p:txBody>
      </p:sp>
      <p:sp>
        <p:nvSpPr>
          <p:cNvPr id="14" name="Oval 13"/>
          <p:cNvSpPr/>
          <p:nvPr/>
        </p:nvSpPr>
        <p:spPr>
          <a:xfrm>
            <a:off x="8183879" y="254203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4719" y="2542032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volt parallellt över last</a:t>
            </a:r>
          </a:p>
        </p:txBody>
      </p:sp>
      <p:sp>
        <p:nvSpPr>
          <p:cNvPr id="16" name="Oval 15"/>
          <p:cNvSpPr/>
          <p:nvPr/>
        </p:nvSpPr>
        <p:spPr>
          <a:xfrm>
            <a:off x="8183879" y="325526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4719" y="3255264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Fel ampere över last — kortslutning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Räkna U, I, R i serie och parallell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polaritet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Volt över, ström i serie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Enkel beräkning stämmer mot given avläsning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63824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072384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fel område = kort; motivera instrumentval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89888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9967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Minus är inte 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7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Räkna I innan du klämmer på.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Skall, en mening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Mät så att du inte gör kortslutning eller stöt av mätningen. Rätt funktion, rätt polaritet, ström i serie, spänning över. Räkna slingan innan du kopplar.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2140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Parafras: el ska vara gjord så att kortslutning och stöt minimeras. En DMM på fel område *är* en kortslutning.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den här veckan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Trefas, enfas-AC (senare)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440 V, MSB, live fartygsnät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Isolation/megger (2.1)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1 MΩ som labbgräns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63824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072384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Händer-DMM hemma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Räkna först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Serie: samma I, U delas. Parallell: samma U, I delas. R = U/I.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65376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Avläsning mot räkning: om de inte stämmer är det mätfel eller fel krets, inte “ungefär”.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Serie och parallell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Två R i serie: räkna I och U över varje. Två R i parallell: räkna I i varje gren.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Tre mätningar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Spänning: parallellt över komponenten, volt-område, röd mot plus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Ström: bryt slingan, mätare *i serie*, ström-område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Resistans: spänningslöst, ohm-område. Inte ohm på spänningssatt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Polaritet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Röd mot plus. Svart mot minus. Minus är inte PE. Skrov som retur är inte din-skena hemma.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Ampere över last = kort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113385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3856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 spc="96" cap="all">
                <a:solidFill>
                  <a:srgbClr val="FFFFFF"/>
                </a:solidFill>
                <a:latin typeface="IBM Plex Sans SemiBold"/>
                <a:ea typeface="IBM Plex Sans SemiBold"/>
              </a:rPr>
              <a:t>FARA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1746504"/>
            <a:ext cx="11082528" cy="1682496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Strömområde *över* last eller batteri = du har lagt en nästan noll-ohm-väg över källan. Säkring eller mätare dör. Det är kortslutning, inte en mätning.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Fotoövningen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 Classroom: schema serie + parallell, U given. Foto 1: DMM volt-läge, rätt över last. Foto 2: DMM ampere-läge, felkopplad över last (märkt övning).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4028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24028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04872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80360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räkna; peka rätt volt; peka ut kortet; röd mot plus.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04872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80360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en mening risk, fel område.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Genomgånget fel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24 V till magnetventil. Ingenjör: DMM på strömområde, mäter *över* polerna. Mätaren dör. Elektriker: polaritet baklänges, skyller på skrovet som nolla.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2140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Första räkning: 24 V, last t.ex. 48 Ω → 0,5 A. Ström i serie, inte som volt över.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Rätt kedja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38988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103" y="138988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Räkna I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183692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103" y="183692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Välj volt eller ampere medvetet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28396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9103" y="228396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Polaritet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273100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103" y="273100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Spänning parallellt / ström i serie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17804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103" y="317804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Jämför med räkning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62508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9103" y="362508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Fel område = kortslutningsrisk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Stopp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11338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389888"/>
            <a:ext cx="1133856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 spc="96" cap="all">
                <a:solidFill>
                  <a:srgbClr val="FFFFFF"/>
                </a:solidFill>
                <a:latin typeface="IBM Plex Sans SemiBold"/>
                <a:ea typeface="IBM Plex Sans SemiBold"/>
              </a:rPr>
              <a:t>FARA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385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1847088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Amperemeter över batteri/last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3591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267712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Mätning på live MSB / 440 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7797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688336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Polaritet “det går väl”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2004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108960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Tång runt ledare och läs “volt”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621024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3529584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Händer-DMM som läxa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Tre saker: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892807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Ström mäts i serie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0487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1343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Röd mot plus; minus är inte 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2549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73405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Ampere över last = kort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07492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Resistiv 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3.1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AC/trefas. Isolation/megger. Stötväg. 230 V-uttag och hållkrets. 1 MΩ som labbgräns. Live fartygsnät. Arduino.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84048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samma räkna-sedan-mät under handledning, inte på spänningssatt huvudtavla.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A99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Resistiv DC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24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teknik v3">
  <a:themeElements>
    <a:clrScheme name="Elteknik v3">
      <a:dk1>
        <a:srgbClr val="111111"/>
      </a:dk1>
      <a:lt1>
        <a:srgbClr val="FFFFFF"/>
      </a:lt1>
      <a:dk2>
        <a:srgbClr val="111111"/>
      </a:dk2>
      <a:lt2>
        <a:srgbClr val="FFFFFF"/>
      </a:lt2>
      <a:accent1>
        <a:srgbClr val="8A99A3"/>
      </a:accent1>
      <a:accent2>
        <a:srgbClr val="245C3A"/>
      </a:accent2>
      <a:accent3>
        <a:srgbClr val="111111"/>
      </a:accent3>
      <a:accent4>
        <a:srgbClr val="111111"/>
      </a:accent4>
      <a:accent5>
        <a:srgbClr val="111111"/>
      </a:accent5>
      <a:accent6>
        <a:srgbClr val="111111"/>
      </a:accent6>
      <a:hlink>
        <a:srgbClr val="111111"/>
      </a:hlink>
      <a:folHlink>
        <a:srgbClr val="111111"/>
      </a:folHlink>
    </a:clrScheme>
    <a:fontScheme name="Office">
      <a:maj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